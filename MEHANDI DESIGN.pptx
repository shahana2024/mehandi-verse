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0CE05F-4DBD-4382-A1BD-571BF584ECD7}" v="3" dt="2026-02-19T05:11:15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ana Thaj" userId="aa75d218965df122" providerId="LiveId" clId="{C1137EC7-01F2-4ED8-A6B3-947717FD690D}"/>
    <pc:docChg chg="undo custSel addSld delSld modSld sldOrd">
      <pc:chgData name="Shahana Thaj" userId="aa75d218965df122" providerId="LiveId" clId="{C1137EC7-01F2-4ED8-A6B3-947717FD690D}" dt="2026-02-19T06:50:52.942" v="588" actId="14100"/>
      <pc:docMkLst>
        <pc:docMk/>
      </pc:docMkLst>
      <pc:sldChg chg="modSp mod">
        <pc:chgData name="Shahana Thaj" userId="aa75d218965df122" providerId="LiveId" clId="{C1137EC7-01F2-4ED8-A6B3-947717FD690D}" dt="2026-01-21T10:15:31.620" v="187" actId="20577"/>
        <pc:sldMkLst>
          <pc:docMk/>
          <pc:sldMk cId="3217801264" sldId="256"/>
        </pc:sldMkLst>
        <pc:spChg chg="mod">
          <ac:chgData name="Shahana Thaj" userId="aa75d218965df122" providerId="LiveId" clId="{C1137EC7-01F2-4ED8-A6B3-947717FD690D}" dt="2026-01-21T10:15:31.620" v="187" actId="20577"/>
          <ac:spMkLst>
            <pc:docMk/>
            <pc:sldMk cId="3217801264" sldId="256"/>
            <ac:spMk id="6" creationId="{81D535F5-F280-3D55-6025-D6F3F171B86F}"/>
          </ac:spMkLst>
        </pc:spChg>
      </pc:sldChg>
      <pc:sldChg chg="addSp modSp mod">
        <pc:chgData name="Shahana Thaj" userId="aa75d218965df122" providerId="LiveId" clId="{C1137EC7-01F2-4ED8-A6B3-947717FD690D}" dt="2026-01-21T09:58:28.001" v="85" actId="20577"/>
        <pc:sldMkLst>
          <pc:docMk/>
          <pc:sldMk cId="969190586" sldId="257"/>
        </pc:sldMkLst>
        <pc:spChg chg="mod">
          <ac:chgData name="Shahana Thaj" userId="aa75d218965df122" providerId="LiveId" clId="{C1137EC7-01F2-4ED8-A6B3-947717FD690D}" dt="2026-01-21T09:58:28.001" v="85" actId="20577"/>
          <ac:spMkLst>
            <pc:docMk/>
            <pc:sldMk cId="969190586" sldId="257"/>
            <ac:spMk id="3" creationId="{FC83C65F-C5DF-17E8-37F9-72DB7E9B6C3F}"/>
          </ac:spMkLst>
        </pc:spChg>
      </pc:sldChg>
      <pc:sldChg chg="addSp modSp mod">
        <pc:chgData name="Shahana Thaj" userId="aa75d218965df122" providerId="LiveId" clId="{C1137EC7-01F2-4ED8-A6B3-947717FD690D}" dt="2026-01-21T10:01:12.326" v="92" actId="20577"/>
        <pc:sldMkLst>
          <pc:docMk/>
          <pc:sldMk cId="3207645895" sldId="258"/>
        </pc:sldMkLst>
        <pc:spChg chg="mod">
          <ac:chgData name="Shahana Thaj" userId="aa75d218965df122" providerId="LiveId" clId="{C1137EC7-01F2-4ED8-A6B3-947717FD690D}" dt="2026-01-21T10:01:12.326" v="92" actId="20577"/>
          <ac:spMkLst>
            <pc:docMk/>
            <pc:sldMk cId="3207645895" sldId="258"/>
            <ac:spMk id="3" creationId="{65179627-B3DA-952A-7BC8-F2D3D134FD64}"/>
          </ac:spMkLst>
        </pc:spChg>
      </pc:sldChg>
      <pc:sldChg chg="modSp mod">
        <pc:chgData name="Shahana Thaj" userId="aa75d218965df122" providerId="LiveId" clId="{C1137EC7-01F2-4ED8-A6B3-947717FD690D}" dt="2026-01-21T10:03:41.018" v="97" actId="20577"/>
        <pc:sldMkLst>
          <pc:docMk/>
          <pc:sldMk cId="2242419301" sldId="259"/>
        </pc:sldMkLst>
        <pc:spChg chg="mod">
          <ac:chgData name="Shahana Thaj" userId="aa75d218965df122" providerId="LiveId" clId="{C1137EC7-01F2-4ED8-A6B3-947717FD690D}" dt="2026-01-21T10:03:41.018" v="97" actId="20577"/>
          <ac:spMkLst>
            <pc:docMk/>
            <pc:sldMk cId="2242419301" sldId="259"/>
            <ac:spMk id="3" creationId="{921C8D4E-5CC1-AD79-E2CD-A3923347157F}"/>
          </ac:spMkLst>
        </pc:spChg>
      </pc:sldChg>
      <pc:sldChg chg="modSp mod">
        <pc:chgData name="Shahana Thaj" userId="aa75d218965df122" providerId="LiveId" clId="{C1137EC7-01F2-4ED8-A6B3-947717FD690D}" dt="2026-01-21T10:05:49.651" v="122" actId="20577"/>
        <pc:sldMkLst>
          <pc:docMk/>
          <pc:sldMk cId="94493786" sldId="260"/>
        </pc:sldMkLst>
        <pc:spChg chg="mod">
          <ac:chgData name="Shahana Thaj" userId="aa75d218965df122" providerId="LiveId" clId="{C1137EC7-01F2-4ED8-A6B3-947717FD690D}" dt="2026-01-21T10:05:49.651" v="122" actId="20577"/>
          <ac:spMkLst>
            <pc:docMk/>
            <pc:sldMk cId="94493786" sldId="260"/>
            <ac:spMk id="3" creationId="{F9648B61-05E8-495A-49CE-AC6744BD5333}"/>
          </ac:spMkLst>
        </pc:spChg>
      </pc:sldChg>
      <pc:sldChg chg="modSp mod">
        <pc:chgData name="Shahana Thaj" userId="aa75d218965df122" providerId="LiveId" clId="{C1137EC7-01F2-4ED8-A6B3-947717FD690D}" dt="2026-01-21T10:06:48.511" v="132" actId="1076"/>
        <pc:sldMkLst>
          <pc:docMk/>
          <pc:sldMk cId="581851552" sldId="261"/>
        </pc:sldMkLst>
        <pc:spChg chg="mod">
          <ac:chgData name="Shahana Thaj" userId="aa75d218965df122" providerId="LiveId" clId="{C1137EC7-01F2-4ED8-A6B3-947717FD690D}" dt="2026-01-21T10:06:48.511" v="132" actId="1076"/>
          <ac:spMkLst>
            <pc:docMk/>
            <pc:sldMk cId="581851552" sldId="261"/>
            <ac:spMk id="3" creationId="{3F3C4151-6F55-417E-AB13-C9BA8766E2F8}"/>
          </ac:spMkLst>
        </pc:spChg>
      </pc:sldChg>
      <pc:sldChg chg="modSp mod">
        <pc:chgData name="Shahana Thaj" userId="aa75d218965df122" providerId="LiveId" clId="{C1137EC7-01F2-4ED8-A6B3-947717FD690D}" dt="2026-01-21T10:07:17.982" v="138" actId="1076"/>
        <pc:sldMkLst>
          <pc:docMk/>
          <pc:sldMk cId="1479594819" sldId="262"/>
        </pc:sldMkLst>
        <pc:spChg chg="mod">
          <ac:chgData name="Shahana Thaj" userId="aa75d218965df122" providerId="LiveId" clId="{C1137EC7-01F2-4ED8-A6B3-947717FD690D}" dt="2026-01-21T10:07:17.982" v="138" actId="1076"/>
          <ac:spMkLst>
            <pc:docMk/>
            <pc:sldMk cId="1479594819" sldId="262"/>
            <ac:spMk id="3" creationId="{D0DD0FF7-CD2F-FE1C-1445-AD1A538F910D}"/>
          </ac:spMkLst>
        </pc:spChg>
      </pc:sldChg>
      <pc:sldChg chg="addSp delSp modSp mod">
        <pc:chgData name="Shahana Thaj" userId="aa75d218965df122" providerId="LiveId" clId="{C1137EC7-01F2-4ED8-A6B3-947717FD690D}" dt="2026-01-21T10:15:14.127" v="181" actId="14100"/>
        <pc:sldMkLst>
          <pc:docMk/>
          <pc:sldMk cId="3383641336" sldId="264"/>
        </pc:sldMkLst>
        <pc:spChg chg="add mod">
          <ac:chgData name="Shahana Thaj" userId="aa75d218965df122" providerId="LiveId" clId="{C1137EC7-01F2-4ED8-A6B3-947717FD690D}" dt="2026-01-21T10:15:14.127" v="181" actId="14100"/>
          <ac:spMkLst>
            <pc:docMk/>
            <pc:sldMk cId="3383641336" sldId="264"/>
            <ac:spMk id="4" creationId="{AB0DC442-1529-49C8-4C5E-A5717FAFB32C}"/>
          </ac:spMkLst>
        </pc:spChg>
      </pc:sldChg>
      <pc:sldChg chg="addSp delSp modSp add mod">
        <pc:chgData name="Shahana Thaj" userId="aa75d218965df122" providerId="LiveId" clId="{C1137EC7-01F2-4ED8-A6B3-947717FD690D}" dt="2026-02-19T05:10:14.031" v="289" actId="20577"/>
        <pc:sldMkLst>
          <pc:docMk/>
          <pc:sldMk cId="1449510852" sldId="267"/>
        </pc:sldMkLst>
        <pc:spChg chg="mod">
          <ac:chgData name="Shahana Thaj" userId="aa75d218965df122" providerId="LiveId" clId="{C1137EC7-01F2-4ED8-A6B3-947717FD690D}" dt="2026-02-19T05:10:14.031" v="289" actId="20577"/>
          <ac:spMkLst>
            <pc:docMk/>
            <pc:sldMk cId="1449510852" sldId="267"/>
            <ac:spMk id="2" creationId="{10840B08-02E5-2794-20E7-10FE69DF6D66}"/>
          </ac:spMkLst>
        </pc:spChg>
        <pc:spChg chg="add del mod">
          <ac:chgData name="Shahana Thaj" userId="aa75d218965df122" providerId="LiveId" clId="{C1137EC7-01F2-4ED8-A6B3-947717FD690D}" dt="2026-02-19T05:09:50.662" v="236" actId="478"/>
          <ac:spMkLst>
            <pc:docMk/>
            <pc:sldMk cId="1449510852" sldId="267"/>
            <ac:spMk id="3" creationId="{CCD012F9-A0DF-7E59-F35F-B9A15F1DF467}"/>
          </ac:spMkLst>
        </pc:spChg>
        <pc:spChg chg="del mod">
          <ac:chgData name="Shahana Thaj" userId="aa75d218965df122" providerId="LiveId" clId="{C1137EC7-01F2-4ED8-A6B3-947717FD690D}" dt="2026-02-19T05:09:06.646" v="194" actId="478"/>
          <ac:spMkLst>
            <pc:docMk/>
            <pc:sldMk cId="1449510852" sldId="267"/>
            <ac:spMk id="4" creationId="{82E7A808-EFC3-0740-58D9-FE4956DA82FB}"/>
          </ac:spMkLst>
        </pc:spChg>
      </pc:sldChg>
      <pc:sldChg chg="new add del">
        <pc:chgData name="Shahana Thaj" userId="aa75d218965df122" providerId="LiveId" clId="{C1137EC7-01F2-4ED8-A6B3-947717FD690D}" dt="2026-02-19T04:48:44.143" v="191" actId="680"/>
        <pc:sldMkLst>
          <pc:docMk/>
          <pc:sldMk cId="4215619952" sldId="267"/>
        </pc:sldMkLst>
      </pc:sldChg>
      <pc:sldChg chg="addSp delSp modSp add mod ord">
        <pc:chgData name="Shahana Thaj" userId="aa75d218965df122" providerId="LiveId" clId="{C1137EC7-01F2-4ED8-A6B3-947717FD690D}" dt="2026-02-19T05:13:16.160" v="334" actId="115"/>
        <pc:sldMkLst>
          <pc:docMk/>
          <pc:sldMk cId="2916490936" sldId="268"/>
        </pc:sldMkLst>
        <pc:spChg chg="mod">
          <ac:chgData name="Shahana Thaj" userId="aa75d218965df122" providerId="LiveId" clId="{C1137EC7-01F2-4ED8-A6B3-947717FD690D}" dt="2026-02-19T05:13:16.160" v="334" actId="115"/>
          <ac:spMkLst>
            <pc:docMk/>
            <pc:sldMk cId="2916490936" sldId="268"/>
            <ac:spMk id="2" creationId="{2AD76559-E02F-ACA2-E817-45ECBB0C243B}"/>
          </ac:spMkLst>
        </pc:spChg>
        <pc:spChg chg="add del mod">
          <ac:chgData name="Shahana Thaj" userId="aa75d218965df122" providerId="LiveId" clId="{C1137EC7-01F2-4ED8-A6B3-947717FD690D}" dt="2026-02-19T05:11:18.039" v="295" actId="478"/>
          <ac:spMkLst>
            <pc:docMk/>
            <pc:sldMk cId="2916490936" sldId="268"/>
            <ac:spMk id="3" creationId="{681B7CCF-0F40-FB4E-2FFB-31E9010FC1DD}"/>
          </ac:spMkLst>
        </pc:spChg>
        <pc:spChg chg="del">
          <ac:chgData name="Shahana Thaj" userId="aa75d218965df122" providerId="LiveId" clId="{C1137EC7-01F2-4ED8-A6B3-947717FD690D}" dt="2026-02-19T05:11:15.606" v="294" actId="478"/>
          <ac:spMkLst>
            <pc:docMk/>
            <pc:sldMk cId="2916490936" sldId="268"/>
            <ac:spMk id="4" creationId="{7D0A0171-EAFE-3C41-6E8C-69760DAC6A60}"/>
          </ac:spMkLst>
        </pc:spChg>
        <pc:picChg chg="add mod">
          <ac:chgData name="Shahana Thaj" userId="aa75d218965df122" providerId="LiveId" clId="{C1137EC7-01F2-4ED8-A6B3-947717FD690D}" dt="2026-02-19T05:12:59.608" v="333" actId="1076"/>
          <ac:picMkLst>
            <pc:docMk/>
            <pc:sldMk cId="2916490936" sldId="268"/>
            <ac:picMk id="6" creationId="{48BB6C4E-29E4-55A0-017A-93113038D88B}"/>
          </ac:picMkLst>
        </pc:picChg>
      </pc:sldChg>
      <pc:sldChg chg="addSp delSp modSp add mod">
        <pc:chgData name="Shahana Thaj" userId="aa75d218965df122" providerId="LiveId" clId="{C1137EC7-01F2-4ED8-A6B3-947717FD690D}" dt="2026-02-19T05:33:23.877" v="343" actId="1076"/>
        <pc:sldMkLst>
          <pc:docMk/>
          <pc:sldMk cId="1379103680" sldId="269"/>
        </pc:sldMkLst>
        <pc:spChg chg="mod">
          <ac:chgData name="Shahana Thaj" userId="aa75d218965df122" providerId="LiveId" clId="{C1137EC7-01F2-4ED8-A6B3-947717FD690D}" dt="2026-02-19T05:32:56.037" v="337" actId="20577"/>
          <ac:spMkLst>
            <pc:docMk/>
            <pc:sldMk cId="1379103680" sldId="269"/>
            <ac:spMk id="2" creationId="{33D40E86-3822-C6F0-411A-8A6D71AB01D9}"/>
          </ac:spMkLst>
        </pc:spChg>
        <pc:picChg chg="add mod">
          <ac:chgData name="Shahana Thaj" userId="aa75d218965df122" providerId="LiveId" clId="{C1137EC7-01F2-4ED8-A6B3-947717FD690D}" dt="2026-02-19T05:33:23.877" v="343" actId="1076"/>
          <ac:picMkLst>
            <pc:docMk/>
            <pc:sldMk cId="1379103680" sldId="269"/>
            <ac:picMk id="4" creationId="{105B2B0D-4BC4-6B8D-4FB1-F1FC393701D6}"/>
          </ac:picMkLst>
        </pc:picChg>
        <pc:picChg chg="del">
          <ac:chgData name="Shahana Thaj" userId="aa75d218965df122" providerId="LiveId" clId="{C1137EC7-01F2-4ED8-A6B3-947717FD690D}" dt="2026-02-19T05:32:59.266" v="338" actId="478"/>
          <ac:picMkLst>
            <pc:docMk/>
            <pc:sldMk cId="1379103680" sldId="269"/>
            <ac:picMk id="6" creationId="{3F12DE0F-20D5-2349-2CE2-32C7EC27AE2D}"/>
          </ac:picMkLst>
        </pc:picChg>
      </pc:sldChg>
      <pc:sldChg chg="addSp delSp modSp add mod">
        <pc:chgData name="Shahana Thaj" userId="aa75d218965df122" providerId="LiveId" clId="{C1137EC7-01F2-4ED8-A6B3-947717FD690D}" dt="2026-02-19T05:50:04.091" v="351" actId="1076"/>
        <pc:sldMkLst>
          <pc:docMk/>
          <pc:sldMk cId="1264644030" sldId="270"/>
        </pc:sldMkLst>
        <pc:spChg chg="mod">
          <ac:chgData name="Shahana Thaj" userId="aa75d218965df122" providerId="LiveId" clId="{C1137EC7-01F2-4ED8-A6B3-947717FD690D}" dt="2026-02-19T05:49:30.431" v="347" actId="20577"/>
          <ac:spMkLst>
            <pc:docMk/>
            <pc:sldMk cId="1264644030" sldId="270"/>
            <ac:spMk id="2" creationId="{3EE9FA52-271E-5A7B-C373-69ADDB2CE328}"/>
          </ac:spMkLst>
        </pc:spChg>
        <pc:picChg chg="del">
          <ac:chgData name="Shahana Thaj" userId="aa75d218965df122" providerId="LiveId" clId="{C1137EC7-01F2-4ED8-A6B3-947717FD690D}" dt="2026-02-19T05:49:26.377" v="345" actId="478"/>
          <ac:picMkLst>
            <pc:docMk/>
            <pc:sldMk cId="1264644030" sldId="270"/>
            <ac:picMk id="4" creationId="{98A9177B-1EF9-2D5B-A66F-496D127241C2}"/>
          </ac:picMkLst>
        </pc:picChg>
        <pc:picChg chg="add mod">
          <ac:chgData name="Shahana Thaj" userId="aa75d218965df122" providerId="LiveId" clId="{C1137EC7-01F2-4ED8-A6B3-947717FD690D}" dt="2026-02-19T05:50:04.091" v="351" actId="1076"/>
          <ac:picMkLst>
            <pc:docMk/>
            <pc:sldMk cId="1264644030" sldId="270"/>
            <ac:picMk id="5" creationId="{EC4442B4-A5D0-7FE4-8304-60EC6C24CB49}"/>
          </ac:picMkLst>
        </pc:picChg>
      </pc:sldChg>
      <pc:sldChg chg="addSp delSp modSp add mod">
        <pc:chgData name="Shahana Thaj" userId="aa75d218965df122" providerId="LiveId" clId="{C1137EC7-01F2-4ED8-A6B3-947717FD690D}" dt="2026-02-19T06:02:31.971" v="363" actId="1076"/>
        <pc:sldMkLst>
          <pc:docMk/>
          <pc:sldMk cId="374831520" sldId="271"/>
        </pc:sldMkLst>
        <pc:spChg chg="mod">
          <ac:chgData name="Shahana Thaj" userId="aa75d218965df122" providerId="LiveId" clId="{C1137EC7-01F2-4ED8-A6B3-947717FD690D}" dt="2026-02-19T06:01:58.006" v="357" actId="20577"/>
          <ac:spMkLst>
            <pc:docMk/>
            <pc:sldMk cId="374831520" sldId="271"/>
            <ac:spMk id="2" creationId="{9F0B6C8E-22AE-B93D-B577-0A642FD3D7B5}"/>
          </ac:spMkLst>
        </pc:spChg>
        <pc:picChg chg="add mod">
          <ac:chgData name="Shahana Thaj" userId="aa75d218965df122" providerId="LiveId" clId="{C1137EC7-01F2-4ED8-A6B3-947717FD690D}" dt="2026-02-19T06:02:31.971" v="363" actId="1076"/>
          <ac:picMkLst>
            <pc:docMk/>
            <pc:sldMk cId="374831520" sldId="271"/>
            <ac:picMk id="4" creationId="{2C303845-5F0D-688C-0A46-C157EA8E1164}"/>
          </ac:picMkLst>
        </pc:picChg>
        <pc:picChg chg="del mod">
          <ac:chgData name="Shahana Thaj" userId="aa75d218965df122" providerId="LiveId" clId="{C1137EC7-01F2-4ED8-A6B3-947717FD690D}" dt="2026-02-19T06:01:53.952" v="355" actId="478"/>
          <ac:picMkLst>
            <pc:docMk/>
            <pc:sldMk cId="374831520" sldId="271"/>
            <ac:picMk id="5" creationId="{CD1636C5-1742-D55A-C263-D71BD2705EB3}"/>
          </ac:picMkLst>
        </pc:picChg>
      </pc:sldChg>
      <pc:sldChg chg="addSp delSp modSp add mod">
        <pc:chgData name="Shahana Thaj" userId="aa75d218965df122" providerId="LiveId" clId="{C1137EC7-01F2-4ED8-A6B3-947717FD690D}" dt="2026-02-19T06:30:46.061" v="538" actId="1076"/>
        <pc:sldMkLst>
          <pc:docMk/>
          <pc:sldMk cId="3976942912" sldId="272"/>
        </pc:sldMkLst>
        <pc:spChg chg="mod">
          <ac:chgData name="Shahana Thaj" userId="aa75d218965df122" providerId="LiveId" clId="{C1137EC7-01F2-4ED8-A6B3-947717FD690D}" dt="2026-02-19T06:13:10.621" v="529" actId="20577"/>
          <ac:spMkLst>
            <pc:docMk/>
            <pc:sldMk cId="3976942912" sldId="272"/>
            <ac:spMk id="2" creationId="{35A628C2-B56C-0120-59F4-977447DB5C9F}"/>
          </ac:spMkLst>
        </pc:spChg>
        <pc:picChg chg="del">
          <ac:chgData name="Shahana Thaj" userId="aa75d218965df122" providerId="LiveId" clId="{C1137EC7-01F2-4ED8-A6B3-947717FD690D}" dt="2026-02-19T06:03:17.977" v="365" actId="478"/>
          <ac:picMkLst>
            <pc:docMk/>
            <pc:sldMk cId="3976942912" sldId="272"/>
            <ac:picMk id="4" creationId="{30037324-2AE9-0D46-CBFE-5FAABCF05060}"/>
          </ac:picMkLst>
        </pc:picChg>
        <pc:picChg chg="add del mod">
          <ac:chgData name="Shahana Thaj" userId="aa75d218965df122" providerId="LiveId" clId="{C1137EC7-01F2-4ED8-A6B3-947717FD690D}" dt="2026-02-19T06:27:29.410" v="532" actId="478"/>
          <ac:picMkLst>
            <pc:docMk/>
            <pc:sldMk cId="3976942912" sldId="272"/>
            <ac:picMk id="5" creationId="{BF0DD455-CF02-7C42-70C9-D511DC24637F}"/>
          </ac:picMkLst>
        </pc:picChg>
        <pc:picChg chg="add del mod">
          <ac:chgData name="Shahana Thaj" userId="aa75d218965df122" providerId="LiveId" clId="{C1137EC7-01F2-4ED8-A6B3-947717FD690D}" dt="2026-02-19T06:30:31.206" v="535" actId="478"/>
          <ac:picMkLst>
            <pc:docMk/>
            <pc:sldMk cId="3976942912" sldId="272"/>
            <ac:picMk id="7" creationId="{4AF3B2A0-03D6-3BE6-814D-817F5317A4A2}"/>
          </ac:picMkLst>
        </pc:picChg>
        <pc:picChg chg="add mod">
          <ac:chgData name="Shahana Thaj" userId="aa75d218965df122" providerId="LiveId" clId="{C1137EC7-01F2-4ED8-A6B3-947717FD690D}" dt="2026-02-19T06:30:46.061" v="538" actId="1076"/>
          <ac:picMkLst>
            <pc:docMk/>
            <pc:sldMk cId="3976942912" sldId="272"/>
            <ac:picMk id="9" creationId="{F3D832DB-FD21-4E84-DDEB-4A7DAAD5E876}"/>
          </ac:picMkLst>
        </pc:picChg>
      </pc:sldChg>
      <pc:sldChg chg="addSp delSp modSp add mod">
        <pc:chgData name="Shahana Thaj" userId="aa75d218965df122" providerId="LiveId" clId="{C1137EC7-01F2-4ED8-A6B3-947717FD690D}" dt="2026-02-19T06:09:39.993" v="458" actId="20577"/>
        <pc:sldMkLst>
          <pc:docMk/>
          <pc:sldMk cId="3526611254" sldId="273"/>
        </pc:sldMkLst>
        <pc:spChg chg="mod">
          <ac:chgData name="Shahana Thaj" userId="aa75d218965df122" providerId="LiveId" clId="{C1137EC7-01F2-4ED8-A6B3-947717FD690D}" dt="2026-02-19T06:09:39.993" v="458" actId="20577"/>
          <ac:spMkLst>
            <pc:docMk/>
            <pc:sldMk cId="3526611254" sldId="273"/>
            <ac:spMk id="2" creationId="{4FBFE007-3A68-BD50-4DC8-B5E11DC4D204}"/>
          </ac:spMkLst>
        </pc:spChg>
        <pc:picChg chg="add mod">
          <ac:chgData name="Shahana Thaj" userId="aa75d218965df122" providerId="LiveId" clId="{C1137EC7-01F2-4ED8-A6B3-947717FD690D}" dt="2026-02-19T06:09:28.402" v="439" actId="1076"/>
          <ac:picMkLst>
            <pc:docMk/>
            <pc:sldMk cId="3526611254" sldId="273"/>
            <ac:picMk id="4" creationId="{B83D9F24-0371-F1A0-0EE4-4AFB47EE5868}"/>
          </ac:picMkLst>
        </pc:picChg>
        <pc:picChg chg="del mod">
          <ac:chgData name="Shahana Thaj" userId="aa75d218965df122" providerId="LiveId" clId="{C1137EC7-01F2-4ED8-A6B3-947717FD690D}" dt="2026-02-19T06:08:37.379" v="413" actId="478"/>
          <ac:picMkLst>
            <pc:docMk/>
            <pc:sldMk cId="3526611254" sldId="273"/>
            <ac:picMk id="5" creationId="{5F180610-DE51-4E6F-09F1-B004B6A8F09F}"/>
          </ac:picMkLst>
        </pc:picChg>
      </pc:sldChg>
      <pc:sldChg chg="addSp delSp modSp add mod">
        <pc:chgData name="Shahana Thaj" userId="aa75d218965df122" providerId="LiveId" clId="{C1137EC7-01F2-4ED8-A6B3-947717FD690D}" dt="2026-02-19T06:10:30.685" v="477" actId="1076"/>
        <pc:sldMkLst>
          <pc:docMk/>
          <pc:sldMk cId="2268432866" sldId="274"/>
        </pc:sldMkLst>
        <pc:spChg chg="mod">
          <ac:chgData name="Shahana Thaj" userId="aa75d218965df122" providerId="LiveId" clId="{C1137EC7-01F2-4ED8-A6B3-947717FD690D}" dt="2026-02-19T06:10:25.130" v="476" actId="20577"/>
          <ac:spMkLst>
            <pc:docMk/>
            <pc:sldMk cId="2268432866" sldId="274"/>
            <ac:spMk id="2" creationId="{485F2B46-192C-F075-F1EC-7D31D023CDB0}"/>
          </ac:spMkLst>
        </pc:spChg>
        <pc:picChg chg="del">
          <ac:chgData name="Shahana Thaj" userId="aa75d218965df122" providerId="LiveId" clId="{C1137EC7-01F2-4ED8-A6B3-947717FD690D}" dt="2026-02-19T06:10:01.700" v="468" actId="478"/>
          <ac:picMkLst>
            <pc:docMk/>
            <pc:sldMk cId="2268432866" sldId="274"/>
            <ac:picMk id="4" creationId="{56CC8304-E75D-2679-E9F8-422574FEE6F5}"/>
          </ac:picMkLst>
        </pc:picChg>
        <pc:picChg chg="add mod">
          <ac:chgData name="Shahana Thaj" userId="aa75d218965df122" providerId="LiveId" clId="{C1137EC7-01F2-4ED8-A6B3-947717FD690D}" dt="2026-02-19T06:10:30.685" v="477" actId="1076"/>
          <ac:picMkLst>
            <pc:docMk/>
            <pc:sldMk cId="2268432866" sldId="274"/>
            <ac:picMk id="5" creationId="{088C57AC-F538-7A9A-5A59-537227A4505C}"/>
          </ac:picMkLst>
        </pc:picChg>
      </pc:sldChg>
      <pc:sldChg chg="addSp delSp modSp add mod">
        <pc:chgData name="Shahana Thaj" userId="aa75d218965df122" providerId="LiveId" clId="{C1137EC7-01F2-4ED8-A6B3-947717FD690D}" dt="2026-02-19T06:11:29.399" v="498" actId="14100"/>
        <pc:sldMkLst>
          <pc:docMk/>
          <pc:sldMk cId="1133705505" sldId="275"/>
        </pc:sldMkLst>
        <pc:spChg chg="mod">
          <ac:chgData name="Shahana Thaj" userId="aa75d218965df122" providerId="LiveId" clId="{C1137EC7-01F2-4ED8-A6B3-947717FD690D}" dt="2026-02-19T06:11:20.310" v="496" actId="20577"/>
          <ac:spMkLst>
            <pc:docMk/>
            <pc:sldMk cId="1133705505" sldId="275"/>
            <ac:spMk id="2" creationId="{FEA17974-A2BC-63EE-3ED8-203E824891ED}"/>
          </ac:spMkLst>
        </pc:spChg>
        <pc:picChg chg="add mod">
          <ac:chgData name="Shahana Thaj" userId="aa75d218965df122" providerId="LiveId" clId="{C1137EC7-01F2-4ED8-A6B3-947717FD690D}" dt="2026-02-19T06:11:29.399" v="498" actId="14100"/>
          <ac:picMkLst>
            <pc:docMk/>
            <pc:sldMk cId="1133705505" sldId="275"/>
            <ac:picMk id="4" creationId="{08FC5F76-50F1-3A80-A681-E136514921CD}"/>
          </ac:picMkLst>
        </pc:picChg>
        <pc:picChg chg="del mod">
          <ac:chgData name="Shahana Thaj" userId="aa75d218965df122" providerId="LiveId" clId="{C1137EC7-01F2-4ED8-A6B3-947717FD690D}" dt="2026-02-19T06:10:55.163" v="480" actId="478"/>
          <ac:picMkLst>
            <pc:docMk/>
            <pc:sldMk cId="1133705505" sldId="275"/>
            <ac:picMk id="5" creationId="{57047B12-B157-3865-BC9F-497A7F283F70}"/>
          </ac:picMkLst>
        </pc:picChg>
      </pc:sldChg>
      <pc:sldChg chg="addSp delSp modSp add mod">
        <pc:chgData name="Shahana Thaj" userId="aa75d218965df122" providerId="LiveId" clId="{C1137EC7-01F2-4ED8-A6B3-947717FD690D}" dt="2026-02-19T06:12:38.961" v="513" actId="20577"/>
        <pc:sldMkLst>
          <pc:docMk/>
          <pc:sldMk cId="3983717116" sldId="276"/>
        </pc:sldMkLst>
        <pc:spChg chg="mod">
          <ac:chgData name="Shahana Thaj" userId="aa75d218965df122" providerId="LiveId" clId="{C1137EC7-01F2-4ED8-A6B3-947717FD690D}" dt="2026-02-19T06:12:38.961" v="513" actId="20577"/>
          <ac:spMkLst>
            <pc:docMk/>
            <pc:sldMk cId="3983717116" sldId="276"/>
            <ac:spMk id="2" creationId="{50D6FBDB-C94E-9AB5-D759-8738A38B8CA0}"/>
          </ac:spMkLst>
        </pc:spChg>
        <pc:picChg chg="del">
          <ac:chgData name="Shahana Thaj" userId="aa75d218965df122" providerId="LiveId" clId="{C1137EC7-01F2-4ED8-A6B3-947717FD690D}" dt="2026-02-19T06:12:22.637" v="501" actId="478"/>
          <ac:picMkLst>
            <pc:docMk/>
            <pc:sldMk cId="3983717116" sldId="276"/>
            <ac:picMk id="4" creationId="{CCCBF4C1-ECE9-1202-FCDB-A94A816DB339}"/>
          </ac:picMkLst>
        </pc:picChg>
        <pc:picChg chg="add mod">
          <ac:chgData name="Shahana Thaj" userId="aa75d218965df122" providerId="LiveId" clId="{C1137EC7-01F2-4ED8-A6B3-947717FD690D}" dt="2026-02-19T06:12:28.202" v="503" actId="1076"/>
          <ac:picMkLst>
            <pc:docMk/>
            <pc:sldMk cId="3983717116" sldId="276"/>
            <ac:picMk id="5" creationId="{EA0497B3-D07A-4B7F-2362-987609FE920E}"/>
          </ac:picMkLst>
        </pc:picChg>
      </pc:sldChg>
      <pc:sldChg chg="addSp delSp modSp add mod">
        <pc:chgData name="Shahana Thaj" userId="aa75d218965df122" providerId="LiveId" clId="{C1137EC7-01F2-4ED8-A6B3-947717FD690D}" dt="2026-02-19T06:50:52.942" v="588" actId="14100"/>
        <pc:sldMkLst>
          <pc:docMk/>
          <pc:sldMk cId="1485862" sldId="277"/>
        </pc:sldMkLst>
        <pc:spChg chg="mod">
          <ac:chgData name="Shahana Thaj" userId="aa75d218965df122" providerId="LiveId" clId="{C1137EC7-01F2-4ED8-A6B3-947717FD690D}" dt="2026-02-19T06:34:32.979" v="584" actId="20577"/>
          <ac:spMkLst>
            <pc:docMk/>
            <pc:sldMk cId="1485862" sldId="277"/>
            <ac:spMk id="2" creationId="{81F10626-D98D-F34A-E57F-246264E7A3F4}"/>
          </ac:spMkLst>
        </pc:spChg>
        <pc:picChg chg="add mod">
          <ac:chgData name="Shahana Thaj" userId="aa75d218965df122" providerId="LiveId" clId="{C1137EC7-01F2-4ED8-A6B3-947717FD690D}" dt="2026-02-19T06:50:52.942" v="588" actId="14100"/>
          <ac:picMkLst>
            <pc:docMk/>
            <pc:sldMk cId="1485862" sldId="277"/>
            <ac:picMk id="4" creationId="{F048FD57-EF0C-2441-ECC0-845BFE177BF9}"/>
          </ac:picMkLst>
        </pc:picChg>
        <pc:picChg chg="del">
          <ac:chgData name="Shahana Thaj" userId="aa75d218965df122" providerId="LiveId" clId="{C1137EC7-01F2-4ED8-A6B3-947717FD690D}" dt="2026-02-19T06:34:35.473" v="585" actId="478"/>
          <ac:picMkLst>
            <pc:docMk/>
            <pc:sldMk cId="1485862" sldId="277"/>
            <ac:picMk id="5" creationId="{F9B91DA4-CD01-30BA-C828-4331045329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61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9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8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0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2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38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2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19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20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48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1583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541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1170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377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71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65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C2D98-AF87-4EBD-99D9-B12BC09FD02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47FAE0F-42DA-4D55-A7B5-7CB430EDB8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78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D535F5-F280-3D55-6025-D6F3F171B86F}"/>
              </a:ext>
            </a:extLst>
          </p:cNvPr>
          <p:cNvSpPr txBox="1"/>
          <p:nvPr/>
        </p:nvSpPr>
        <p:spPr>
          <a:xfrm>
            <a:off x="2087218" y="1385741"/>
            <a:ext cx="8348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40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AI-BASED MEHNDI DESIGN RECOMMENDATION SYSTEM</a:t>
            </a:r>
            <a:endParaRPr lang="en-IN" sz="4000" b="1" kern="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92D69A3-0639-3925-C69A-9AD4BE0CD04E}"/>
              </a:ext>
            </a:extLst>
          </p:cNvPr>
          <p:cNvSpPr>
            <a:spLocks noGrp="1"/>
          </p:cNvSpPr>
          <p:nvPr/>
        </p:nvSpPr>
        <p:spPr>
          <a:xfrm>
            <a:off x="1162878" y="4810539"/>
            <a:ext cx="2663687" cy="1669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20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 </a:t>
            </a:r>
          </a:p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SHAHANAMOL KN</a:t>
            </a:r>
          </a:p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NO:49</a:t>
            </a:r>
          </a:p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S4MCA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92D69A3-0639-3925-C69A-9AD4BE0CD04E}"/>
              </a:ext>
            </a:extLst>
          </p:cNvPr>
          <p:cNvSpPr>
            <a:spLocks noGrp="1"/>
          </p:cNvSpPr>
          <p:nvPr/>
        </p:nvSpPr>
        <p:spPr>
          <a:xfrm>
            <a:off x="6641857" y="4810539"/>
            <a:ext cx="3267456" cy="1669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20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GUIDED BY,</a:t>
            </a:r>
          </a:p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MR.ELDHOSE K PAUL</a:t>
            </a:r>
          </a:p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ASSOCIATE PROFESSOR</a:t>
            </a:r>
          </a:p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DEPT.OF COMPUTER APLLICATIONS</a:t>
            </a:r>
          </a:p>
        </p:txBody>
      </p:sp>
    </p:spTree>
    <p:extLst>
      <p:ext uri="{BB962C8B-B14F-4D97-AF65-F5344CB8AC3E}">
        <p14:creationId xmlns:p14="http://schemas.microsoft.com/office/powerpoint/2010/main" val="321780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2562-A5AF-AC87-104F-7CF19422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Problem Identification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3C65F-C5DF-17E8-37F9-72DB7E9B6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9775"/>
            <a:ext cx="8596668" cy="4371588"/>
          </a:xfrm>
        </p:spPr>
        <p:txBody>
          <a:bodyPr/>
          <a:lstStyle/>
          <a:p>
            <a:r>
              <a:rPr lang="en-US" b="1" dirty="0"/>
              <a:t>Lack of an intelligent and personalized system for recommending suitable mehndi designs based on individual hand structure</a:t>
            </a:r>
          </a:p>
          <a:p>
            <a:r>
              <a:rPr lang="en-US" b="1" dirty="0"/>
              <a:t>Limited access to automated, accurate, and data-driven mehndi design selection, leading to subjective and time-consuming decisions</a:t>
            </a:r>
          </a:p>
          <a:p>
            <a:r>
              <a:rPr lang="en-US" b="1" dirty="0"/>
              <a:t>Inadequate integration of mehndi design recommendation with artist booking and availability management</a:t>
            </a:r>
          </a:p>
          <a:p>
            <a:r>
              <a:rPr lang="en-US" b="1" dirty="0"/>
              <a:t>Difficulty in managing mehndi design selection, artist bookings, payments, and user preferences within a single unified 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190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1186-BBBD-117A-3C08-B280609F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Problem Statement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9627-B3DA-952A-7BC8-F2D3D134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9652"/>
            <a:ext cx="8596668" cy="4850296"/>
          </a:xfrm>
        </p:spPr>
        <p:txBody>
          <a:bodyPr/>
          <a:lstStyle/>
          <a:p>
            <a:r>
              <a:rPr lang="en-US" b="1" dirty="0"/>
              <a:t>Existing mehndi selection and booking systems rely heavily on manual browsing and subjective artist suggestions, lacking intelligent and personalized design recommendations </a:t>
            </a:r>
          </a:p>
          <a:p>
            <a:r>
              <a:rPr lang="en-US" b="1" dirty="0"/>
              <a:t>Limited use of automation and AI leads to time-consuming decision-making and difficulty in selecting suitable mehndi designs based on individual hand structure</a:t>
            </a:r>
          </a:p>
          <a:p>
            <a:r>
              <a:rPr lang="en-US" b="1" dirty="0"/>
              <a:t>Access to accurate, data-driven guidance for matching hand geometry with appropriate mehndi styles is often insufficient</a:t>
            </a:r>
          </a:p>
          <a:p>
            <a:r>
              <a:rPr lang="en-US" b="1" dirty="0"/>
              <a:t>Current solutions are inefficient in integrating AI-based design recommendation, artist availability, booking management, and secure payments within a single unified 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64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2CA3-4B8F-1426-8F24-3A28075C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Proposed System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8D4E-5CC1-AD79-E2CD-A39233471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848" y="1633815"/>
            <a:ext cx="8596668" cy="3880773"/>
          </a:xfrm>
        </p:spPr>
        <p:txBody>
          <a:bodyPr/>
          <a:lstStyle/>
          <a:p>
            <a:r>
              <a:rPr lang="en-US" b="1" dirty="0"/>
              <a:t>Provides an AI-powered mehndi design recommendation platform for personalized and intelligent design selection</a:t>
            </a:r>
          </a:p>
          <a:p>
            <a:r>
              <a:rPr lang="en-US" b="1" dirty="0"/>
              <a:t>Analyzes uploaded plain hand images using computer vision to extract hand landmarks and geometric features</a:t>
            </a:r>
          </a:p>
          <a:p>
            <a:r>
              <a:rPr lang="en-US" b="1" dirty="0"/>
              <a:t>Uses AI-based matching algorithms to recommend suitable mehndi styles such as Arabic, Bridal, and Floral based on hand structure</a:t>
            </a:r>
          </a:p>
          <a:p>
            <a:r>
              <a:rPr lang="en-US" b="1" dirty="0"/>
              <a:t>Integrates design recommendation with artist booking, availability management, secure online payments, and centralized admin control in a single 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41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79C2-F489-26BC-3D61-D03163CC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629478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Modules of the Proposed System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8B61-05E8-495A-49CE-AC6744BD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08" y="1550504"/>
            <a:ext cx="8596668" cy="53969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Admin</a:t>
            </a:r>
          </a:p>
          <a:p>
            <a:r>
              <a:rPr lang="en-US" dirty="0"/>
              <a:t>Manage users and artists</a:t>
            </a:r>
          </a:p>
          <a:p>
            <a:r>
              <a:rPr lang="en-US" dirty="0"/>
              <a:t>Approve mehndi designs</a:t>
            </a:r>
          </a:p>
          <a:p>
            <a:r>
              <a:rPr lang="en-US" dirty="0"/>
              <a:t>Approve henna products</a:t>
            </a:r>
          </a:p>
          <a:p>
            <a:r>
              <a:rPr lang="en-US" dirty="0"/>
              <a:t>Monitor AI recommendations</a:t>
            </a:r>
          </a:p>
          <a:p>
            <a:r>
              <a:rPr lang="en-US" dirty="0"/>
              <a:t>Set commission for product sales</a:t>
            </a:r>
          </a:p>
          <a:p>
            <a:r>
              <a:rPr lang="en-US" dirty="0"/>
              <a:t>View analytics, sales reports, and complaints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4151-6F55-417E-AB13-C9BA8766E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629" y="1366630"/>
            <a:ext cx="8596668" cy="5138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User Module</a:t>
            </a:r>
            <a:endParaRPr lang="en-IN" sz="2400" b="1" u="sng" dirty="0"/>
          </a:p>
          <a:p>
            <a:pPr lvl="0"/>
            <a:r>
              <a:rPr lang="en-US" dirty="0"/>
              <a:t>User registration and login</a:t>
            </a:r>
            <a:endParaRPr lang="en-IN" dirty="0"/>
          </a:p>
          <a:p>
            <a:pPr lvl="0"/>
            <a:r>
              <a:rPr lang="en-US" dirty="0"/>
              <a:t>Upload plain hand image</a:t>
            </a:r>
            <a:endParaRPr lang="en-IN" dirty="0"/>
          </a:p>
          <a:p>
            <a:pPr lvl="0"/>
            <a:r>
              <a:rPr lang="en-US" dirty="0"/>
              <a:t>View AI-recommended mehndi designs</a:t>
            </a:r>
            <a:endParaRPr lang="en-IN" dirty="0"/>
          </a:p>
          <a:p>
            <a:pPr lvl="0"/>
            <a:r>
              <a:rPr lang="en-US" dirty="0"/>
              <a:t>Book mehndi artist</a:t>
            </a:r>
            <a:endParaRPr lang="en-IN" dirty="0"/>
          </a:p>
          <a:p>
            <a:pPr lvl="0"/>
            <a:r>
              <a:rPr lang="en-US" dirty="0"/>
              <a:t>Purchase henna products (₹40 per cone or as listed)</a:t>
            </a:r>
            <a:endParaRPr lang="en-IN" dirty="0"/>
          </a:p>
          <a:p>
            <a:pPr lvl="0"/>
            <a:r>
              <a:rPr lang="en-US" dirty="0"/>
              <a:t>Online payment for services and products</a:t>
            </a:r>
            <a:endParaRPr lang="en-IN" dirty="0"/>
          </a:p>
          <a:p>
            <a:pPr lvl="0"/>
            <a:r>
              <a:rPr lang="en-US" dirty="0"/>
              <a:t>View booking and order history</a:t>
            </a:r>
            <a:endParaRPr lang="en-IN" dirty="0"/>
          </a:p>
          <a:p>
            <a:pPr lvl="0"/>
            <a:r>
              <a:rPr lang="en-US" dirty="0"/>
              <a:t>Provide feedback and ratings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85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D0FF7-CD2F-FE1C-1445-AD1A538F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81" y="1103243"/>
            <a:ext cx="8596668" cy="5246233"/>
          </a:xfrm>
        </p:spPr>
        <p:txBody>
          <a:bodyPr/>
          <a:lstStyle/>
          <a:p>
            <a:pPr marL="0" indent="0">
              <a:buNone/>
            </a:pPr>
            <a:r>
              <a:rPr lang="en-US" sz="2400" b="1" u="sng" dirty="0"/>
              <a:t>Artist Module</a:t>
            </a:r>
            <a:endParaRPr lang="en-IN" sz="2400" b="1" u="sng" dirty="0"/>
          </a:p>
          <a:p>
            <a:pPr lvl="0"/>
            <a:r>
              <a:rPr lang="en-US" dirty="0"/>
              <a:t>Artist registration and login</a:t>
            </a:r>
            <a:endParaRPr lang="en-IN" dirty="0"/>
          </a:p>
          <a:p>
            <a:pPr lvl="0"/>
            <a:r>
              <a:rPr lang="en-US" dirty="0"/>
              <a:t>Upload mehndi designs</a:t>
            </a:r>
            <a:endParaRPr lang="en-IN" dirty="0"/>
          </a:p>
          <a:p>
            <a:pPr lvl="0"/>
            <a:r>
              <a:rPr lang="en-US" dirty="0"/>
              <a:t>Tag designs (type, hand size, coverage)</a:t>
            </a:r>
            <a:endParaRPr lang="en-IN" dirty="0"/>
          </a:p>
          <a:p>
            <a:pPr lvl="0"/>
            <a:r>
              <a:rPr lang="en-US" dirty="0"/>
              <a:t>View AI-based recommendations</a:t>
            </a:r>
            <a:endParaRPr lang="en-IN" dirty="0"/>
          </a:p>
          <a:p>
            <a:pPr lvl="0"/>
            <a:r>
              <a:rPr lang="en-US" dirty="0"/>
              <a:t>Manage booking requests</a:t>
            </a:r>
            <a:endParaRPr lang="en-IN" dirty="0"/>
          </a:p>
          <a:p>
            <a:pPr lvl="0"/>
            <a:r>
              <a:rPr lang="en-US" b="1" dirty="0"/>
              <a:t>Add henna products for sale (e.g., henna cone ₹40)</a:t>
            </a:r>
            <a:endParaRPr lang="en-IN" dirty="0"/>
          </a:p>
          <a:p>
            <a:pPr lvl="0"/>
            <a:r>
              <a:rPr lang="en-US" dirty="0"/>
              <a:t>Manage product stock and pricing</a:t>
            </a:r>
            <a:endParaRPr lang="en-IN" dirty="0"/>
          </a:p>
          <a:p>
            <a:pPr lvl="0"/>
            <a:r>
              <a:rPr lang="en-US" dirty="0"/>
              <a:t>View product orders</a:t>
            </a:r>
            <a:endParaRPr lang="en-IN" dirty="0"/>
          </a:p>
          <a:p>
            <a:pPr lvl="0"/>
            <a:r>
              <a:rPr lang="en-US" dirty="0"/>
              <a:t>View total earnings (service + product sales)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59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A810-2E65-B284-0D2D-06791D66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Project Plan With Dates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CB85-7733-D2FE-5CBF-58623F4E4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9957"/>
            <a:ext cx="8596668" cy="4401406"/>
          </a:xfrm>
        </p:spPr>
        <p:txBody>
          <a:bodyPr/>
          <a:lstStyle/>
          <a:p>
            <a:r>
              <a:rPr lang="en-IN" dirty="0"/>
              <a:t>Topic Finalization : 07 / 01 / 2026</a:t>
            </a:r>
          </a:p>
          <a:p>
            <a:r>
              <a:rPr lang="en-IN" dirty="0"/>
              <a:t>Problem Identification &amp; Problem Statement : 08 / 01 / 2026 – 09 / 01 / 2026</a:t>
            </a:r>
          </a:p>
          <a:p>
            <a:r>
              <a:rPr lang="en-IN" dirty="0"/>
              <a:t>Requirement Analysis &amp; Literature Survey : 10 / 01 / 2026 – 12 / 01 / 2026</a:t>
            </a:r>
          </a:p>
          <a:p>
            <a:r>
              <a:rPr lang="en-IN" dirty="0"/>
              <a:t>System Design (Modules &amp; Architecture) : 13 / 01 / 2026 – 15 / 01 / 2026</a:t>
            </a:r>
          </a:p>
          <a:p>
            <a:r>
              <a:rPr lang="en-IN" dirty="0"/>
              <a:t>Tools &amp; Technology Selection : 16 / 01 / 2026 – 17 / 01 / 2026</a:t>
            </a:r>
          </a:p>
          <a:p>
            <a:r>
              <a:rPr lang="en-IN" dirty="0"/>
              <a:t>Implementation Phase : 18 / 01 / 2026 – 20 / 02 / 2026</a:t>
            </a:r>
          </a:p>
          <a:p>
            <a:r>
              <a:rPr lang="en-IN" dirty="0"/>
              <a:t>Testing &amp; Validation : 21 / 02 / 2026 – 25 / 02 / 2026</a:t>
            </a:r>
          </a:p>
          <a:p>
            <a:r>
              <a:rPr lang="en-IN" dirty="0"/>
              <a:t>Documentation &amp; PPT Preparation : 26 / 02 / 2026 – 28 / 02 / 2026</a:t>
            </a:r>
          </a:p>
          <a:p>
            <a:r>
              <a:rPr lang="en-IN" dirty="0"/>
              <a:t>Final Review &amp; Submission : 01 / 03 / 2026 – 03 / 03 /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09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A814-067E-E2AD-C193-059D51FA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Tools and Technology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0DC442-1529-49C8-4C5E-A5717FAFB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4948" y="1435088"/>
            <a:ext cx="713629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Core programming language used for AI logic, image processing, and backend development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&amp; Machine Learning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analyzing hand structure and generating personalized mehndi design recommendations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 Techniques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Applied for hand image preprocessing, landmark detection, and geometric feature extraction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 Landmark Detection Models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Identify fingertips, joints, palm width, and finger length from uploaded hand images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&amp; CSS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designing responsive web interfaces for user, artist, and admin modules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Enables dynamic interactions and client-side validations in the web application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Framework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Backend framework for handling business logic, authentication, and system integration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/ SQLite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Database for storing user details, mehndi designs, bookings, payments, and feedback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Payment Gateway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Facilitates secure digital payments for bookings and henna product purchases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PyCharm / VS Code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Development environments used for coding, debugging, and testing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3383641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4F49-B0CB-D337-B5BA-00E407FD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0B08-02E5-2794-20E7-10FE69DF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37984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</a:t>
            </a:r>
            <a:br>
              <a:rPr lang="en-US" b="1" dirty="0">
                <a:solidFill>
                  <a:srgbClr val="0070C0"/>
                </a:solidFill>
              </a:rPr>
            </a:br>
            <a:br>
              <a:rPr lang="en-US" b="1" dirty="0">
                <a:solidFill>
                  <a:srgbClr val="0070C0"/>
                </a:solidFill>
              </a:rPr>
            </a:b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                        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                     </a:t>
            </a:r>
            <a:r>
              <a:rPr lang="en-US" sz="7200" b="1" dirty="0">
                <a:solidFill>
                  <a:srgbClr val="0070C0"/>
                </a:solidFill>
              </a:rPr>
              <a:t>Diagrams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510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9E15-683C-4774-9701-135AB3D29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6559-E02F-ACA2-E817-45ECBB0C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Level 0 DFD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B6C4E-29E4-55A0-017A-93113038D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2" y="1997766"/>
            <a:ext cx="8336581" cy="34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90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C117-6B7D-F8B4-290E-803CAA63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40E86-3822-C6F0-411A-8A6D71AB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Level 1 DFD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B2B0D-4BC4-6B8D-4FB1-F1FC39370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10" y="212034"/>
            <a:ext cx="7310438" cy="643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0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A00C-D97A-1573-B571-F5D4DBA1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FA52-271E-5A7B-C373-69ADDB2C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Level 2 DFD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442B4-A5D0-7FE4-8304-60EC6C24C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70" y="261731"/>
            <a:ext cx="8121207" cy="658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44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EFC3-FD1E-C940-F693-9A3139CA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6C8E-22AE-B93D-B577-0A642FD3D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Level 3 DFD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03845-5F0D-688C-0A46-C157EA8E1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49" y="142875"/>
            <a:ext cx="8378217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1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18FC-32C8-3899-7757-A8E167BD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28C2-B56C-0120-59F4-977447DB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</a:rPr>
              <a:t>Usecase_diagram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D832DB-FD21-4E84-DDEB-4A7DAAD5E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058" y="424069"/>
            <a:ext cx="61245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42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8647-A996-0440-0738-AF2926AA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E007-3A68-BD50-4DC8-B5E11DC4D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</a:rPr>
              <a:t>Activity_diagram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D9F24-0371-F1A0-0EE4-4AFB47EE5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809" y="317537"/>
            <a:ext cx="3094589" cy="627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11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C1F0-ADA6-C9C5-2BCB-3964285B7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2B46-192C-F075-F1EC-7D31D023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</a:rPr>
              <a:t>class_diagram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C57AC-F538-7A9A-5A59-537227A45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46" y="1359590"/>
            <a:ext cx="7686380" cy="413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32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D18AB-0A57-9A5A-99DB-09496104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7974-A2BC-63EE-3ED8-203E8248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</a:rPr>
              <a:t>Sequence_diagram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C5F76-50F1-3A80-A681-E13651492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20" y="922131"/>
            <a:ext cx="7424323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0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0948-EE5E-F24A-92BA-0C84DACF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FBDB-C94E-9AB5-D759-8738A38B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</a:rPr>
              <a:t>ER_diagram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497B3-D07A-4B7F-2362-987609FE9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704" y="1582531"/>
            <a:ext cx="6095172" cy="417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17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72CFD-3B09-A854-DC6D-72218171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0626-D98D-F34A-E57F-246264E7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61731"/>
            <a:ext cx="8985767" cy="1320800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</a:rPr>
              <a:t>System_Architecture</a:t>
            </a:r>
            <a:endParaRPr lang="en-IN" sz="3200" b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8FD57-EF0C-2441-ECC0-845BFE177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314" y="1406593"/>
            <a:ext cx="5920616" cy="516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D5A03-57F3-EB34-1A5B-C7D042392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9600" b="1" dirty="0">
                <a:solidFill>
                  <a:srgbClr val="0070C0"/>
                </a:solidFill>
              </a:rPr>
              <a:t>     </a:t>
            </a:r>
            <a:r>
              <a:rPr lang="en-IN" sz="8000" b="1" dirty="0">
                <a:solidFill>
                  <a:srgbClr val="0070C0"/>
                </a:solidFill>
              </a:rPr>
              <a:t>THANK YOU</a:t>
            </a:r>
            <a:endParaRPr lang="en-IN" sz="9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3670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412</TotalTime>
  <Words>748</Words>
  <Application>Microsoft Office PowerPoint</Application>
  <PresentationFormat>Widescreen</PresentationFormat>
  <Paragraphs>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 Display</vt:lpstr>
      <vt:lpstr>Arial</vt:lpstr>
      <vt:lpstr>Trebuchet MS</vt:lpstr>
      <vt:lpstr>Wingdings</vt:lpstr>
      <vt:lpstr>Wingdings 3</vt:lpstr>
      <vt:lpstr>Facet</vt:lpstr>
      <vt:lpstr>PowerPoint Presentation</vt:lpstr>
      <vt:lpstr>               Problem Identification</vt:lpstr>
      <vt:lpstr>                 Problem Statement</vt:lpstr>
      <vt:lpstr>                 Proposed System</vt:lpstr>
      <vt:lpstr>Modules of the Proposed System</vt:lpstr>
      <vt:lpstr>PowerPoint Presentation</vt:lpstr>
      <vt:lpstr>PowerPoint Presentation</vt:lpstr>
      <vt:lpstr>               Project Plan With Dates</vt:lpstr>
      <vt:lpstr>                Tools and Technology</vt:lpstr>
      <vt:lpstr>                                                                Diagrams</vt:lpstr>
      <vt:lpstr>Level 0 DFD</vt:lpstr>
      <vt:lpstr>Level 1 DFD</vt:lpstr>
      <vt:lpstr>Level 2 DFD</vt:lpstr>
      <vt:lpstr>Level 3 DFD</vt:lpstr>
      <vt:lpstr>Usecase_diagram</vt:lpstr>
      <vt:lpstr>Activity_diagram</vt:lpstr>
      <vt:lpstr>class_diagram</vt:lpstr>
      <vt:lpstr>Sequence_diagram</vt:lpstr>
      <vt:lpstr>ER_diagram</vt:lpstr>
      <vt:lpstr>System_Architecture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Shahana Thaj</dc:creator>
  <cp:lastModifiedBy>Shahana Thaj</cp:lastModifiedBy>
  <cp:revision>1</cp:revision>
  <dcterms:created xsi:type="dcterms:W3CDTF">2026-01-12T06:22:28Z</dcterms:created>
  <dcterms:modified xsi:type="dcterms:W3CDTF">2026-02-19T06:50:56Z</dcterms:modified>
</cp:coreProperties>
</file>